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1 —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Flask E-Commerce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server-rendered e-commerce platform demonstrating full-stack web development and cloud computing concepts.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135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What it does - Complete storefront: browse → review → cart → checkout → order management - Admin back office: products, users, orders, complaints - Runs behind a custom round-robin load balancer across multiple live instances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166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Why it is built this way - Server-rendered (Jinja2), so every page load is a real HTTP request that can be watched traversing the load balancer to a specific backend - Security treated as a first-class concern from the first commit, not retrofitted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019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By the numbers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508883"/>
          <a:ext cx="539496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Data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Route blueprints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Automated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131 passing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Cross-browser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99/99 passing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Development span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~5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2 — Application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Core Functionality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User management - Registration and login with PBKDF2-SHA256 password hashing - Signed, expiring password-reset tokens (single-use) - Role-based access control via is_admin + @admin_required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135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Catalog and reviews - Product listing, detail pages, many-to-many tag filtering - JSON API (GET/POST/PUT/DELETE /products), admin-gated for writes - Star ratings with a database-level one-review-per-user constraint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166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Cart and checkout - Session-backed cart with live badge, quantity updates, removal - Mock checkout — no real payment processed, no card data stored - Validation on both sides: HTML5 in the browser, re-validated on the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019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Orders - History, detail, Buy Again, return requests, complaints - Ownership-enforced: another user's order returns 403 Forbidden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3 —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Four-Tier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555F7A"/>
                </a:solidFill>
                <a:latin typeface="Menlo"/>
              </a:rPr>
              <a:t>   Desktop / Tablet / Mobile browsers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             |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Load Balancer (:8000)  &lt;-- health-check thread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round-robin + auto-discovery   scans :5000-5010 every 5s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     /       |       \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Instance1  Instance2  Instance3   &lt;-- added/removed at runtime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:5000      :5001      :5002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   |          |          |</a:t>
            </a:r>
          </a:p>
          <a:p>
            <a:r>
              <a:rPr sz="850">
                <a:solidFill>
                  <a:srgbClr val="555F7A"/>
                </a:solidFill>
                <a:latin typeface="Menlo"/>
              </a:rPr>
              <a:t>     app1.db    app2.db    app3.db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626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Stack: Python 3.12 · Flask 3.x · SQLAlchemy · Flask-Login · Jinja2 · pytest · Docker · GitHub Actions · Codio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295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Load balancer implements three cloud concepts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339845"/>
          <a:ext cx="539496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Concept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Round-robin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itertools.count() cycles the healthy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Health checking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Daemon thread probes every 5s, 2s timeout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Auto-scaling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Scans a port range — instances join/leave automatically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41883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Hop-by-hop headers stripped per RFC 7230. Zero healthy backends → 503, not a crash.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4 — Challenges and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Problems Worked Through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27607"/>
          <a:ext cx="539496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Flat app.py could not be tested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Restructured into create_app() factory accepting a test config — this is what made 131 tests possible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psycopg2-binary broke the Docker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Split requirements; image installs a SQLite-only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Docker rebuilt deps on every source edit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Copy requirements → install → *then* copy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Static backend list showed no elasticity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Port-range scanning + health checks for true dynamic membership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SQLite locked under multi-instance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One database file per instance — a documented trade-off, not a hidden bug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98208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Found and fixed during final testing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88982"/>
          <a:ext cx="539496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Nav overflowed on phones — "Logout" clipped off-screen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Control unreachable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flex-wrap + media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Forms 5px wider than viewport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Horizontal scroll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Global box-sizing: border-box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Catalog took 5.8s on Slow 3G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Perceived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Lazy-loaded thumbnails → 968ms (83% faster)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5 — Testing and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Four Levels of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1. Automated suite — 131 pytest tests passing In-memory SQLite fixtures; runs in CI on every push and PR alongside a Docker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135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2. Cross-browser — 99/99 checks passing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8245"/>
          <a:ext cx="539496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Engine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Represents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Purchase flow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403 gate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Responsive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Chromium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Chrome, Edge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Firefox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Firefox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WebKit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Safari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04723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3. Responsive — zero overflow across 12 pages × 3 widths Measured programmatically (scrollWidth vs viewport), not judged by eye — which is how the nav clipping was caught when a screenshot had masked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1755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4. Infrastructure — load balancer verified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624451"/>
          <a:ext cx="53949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Round-robin across 2 backends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Perfect alternation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Scale up — 3rd instance started at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Joined rotation automatically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Scale down — instance killed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Evicted from rotation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Total failure — all backends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HTTP 503, no crash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9960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0515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functional, tested, documented e-commerce application that demonstrates horizontal scaling, health-checked load balancing, and auto-scaling behavior — with every issue found in final testing fixed and re-verified.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32187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Repository: https://github.com/tlycode/tanner-young-cloud-project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