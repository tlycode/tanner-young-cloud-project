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1 — The Problem, the Customer, the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Small online sellers get punished for their best days.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135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A hosted storefront on a single server handles an ordinary Tuesday fine. Then a product gets featured, a post takes off, a holiday lands — traffic spikes 10x and the site slows, times out, or falls over. The busiest hour of the year becomes the hour customers cannot buy.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166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The usual escape routes both cost real money: pay year-round for capacity you need twice a year, or rebuild on a platform that takes 3% of every sale forever.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568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Ideal Customer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578035"/>
          <a:ext cx="539496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Who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Independent sellers — 10 to 500 SKUs, 1–3 person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$50K–$2M annually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Spiky: quiet baseline, sharp promotional peaks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Downtime during peaks; margin lost to platform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Technical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Comfortable deploying, no dedicated DevOps staff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18737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Value Proposition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7198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Capacity that follows demand, on infrastructure you 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4230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E1B4B"/>
                </a:solidFill>
              </a:rPr>
              <a:t>•  Scales horizontally under load — add an instance and it serves traffic within 5 seconds, no restart, no config 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583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E1B4B"/>
                </a:solidFill>
              </a:rPr>
              <a:t>•  Degrades gracefully — a failed instance leaves rotation automatically; the storefront stays 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7435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E1B4B"/>
                </a:solidFill>
              </a:rPr>
              <a:t>•  Owned, not rented — runs on any host; no per-transaction fee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9038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E1B4B"/>
                </a:solidFill>
              </a:rPr>
              <a:t>•  Complete out of the box — catalog, reviews, cart, checkout, orders, returns, and an admin back office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2 — Methods and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How It Was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Approach: server-rendered Flask, built in five phases over ~5 months — scaffold, foundation, storefront, depth, cloud. CI enforced from phase 2: every push runs the test suite and a Docker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135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Why server-rendered rather than a SPA: every page load is a real HTTP request, so routing through the load balancer to a specific instance is directly observable — the property the project exists to demonstrate.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166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Stack: Python 3.12 · Flask 3.x · SQLAlchemy · Flask-Login · Jinja2 · pytest · Docker · GitHub 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568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What It Does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578035"/>
          <a:ext cx="539496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Registration, login, signed single-use password reset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Catalog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Products, images, many-to-many tag filtering, JSON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Reviews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1–5 star ratings, one per user per product, editable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Session-backed, live badge, quantity updates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Checkout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Address + mock payment — no card data stored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History, detail, Buy Again, returns, complaints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Product CRUD, bulk seeding, user promotion, complaints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Infrastructure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Round-robin load balancer, health checks, auto-discovery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9006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Security, Built In From the 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0515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CSRF on every state-changing POST · PBKDF2-SHA256 password hashing · field whitelisting against mass assignment · ownership-checked orders — not merely login-checked · role-gated admin via @admin_required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3 — Code Review, Challenges,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Architecture Decisions Under Review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27607"/>
          <a:ext cx="53949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Decision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Trade-off accepted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create_app() factory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Injectable test 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More indirection than a flat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One DB per instance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SQLite locks under concurrent writes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Data differs per instance — documented, not hidden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Port-range scanning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Shows dynamic membership without extra infra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 simulation; real systems use a service registry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Split requirements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psycopg2 needs compilers the image lacks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Two files to keep in sync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79920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Challenges and How They Were Solved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8381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A flat app.py could not be tested. Importing it built a live app bound to the dev database. Restructured into an application factory accepting a test config — the change that made all 131 tests possible.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541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A static backend list demonstrated nothing. Round-robin across fixed targets shows distribution but not elasticity. Added a health-check thread scanning a port range, so instances join and leave rotation on their 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244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SQLite locked under multi-instance writes. Gave each backend its own database file — an explicit trade-off, documented in the README rather than buried.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9477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Docker rebuilt dependencies on every source edit. Reordered the Dockerfile: copy requirements → install → then copy source.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1995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Caught in Final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0456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The stylesheet had a viewport meta tag but zero media queries. On a 375px screen the nav needed 552px against 343px available — "Logout" was clipped off-screen and unreachable.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748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It survived earlier passes because a screenshot looked fine: the browser zoomed out to fit, reporting a 568px viewport for a 375px device. Measuring scrollWidth against clientWidth exposed it. Verify by measurement, not by eye.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4 — From Defect to Verified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Five Issues Found, Fixed, and Re-Verified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27607"/>
          <a:ext cx="539496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740"/>
                <a:gridCol w="1348740"/>
                <a:gridCol w="1348740"/>
                <a:gridCol w="134874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Nav overflowed; "Logout" clipped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Control unreachable on mobile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flex-wrap + media 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Forms 5px past viewport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Horizontal scroll on 3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Global box-sizing: border-box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Hero image forced 412px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Horizontal scroll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Fluid width with a cap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Admin tables stretched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Horizontal scroll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Dedicated scroll container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Catalog 5.8s on Slow 3G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Perceived 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Lazy-loaded thumbnails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369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Two Root Causes, Not Five Bugs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2155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Issues 2–4 share one cause: the default content-box model, where width: 100% plus padding exceeds the parent. One line — box-sizing: border-box — fixed three pages.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9187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Issue 5 was nine full-size images fetched eagerly, including those far below the fold.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170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Measured Outcome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238243"/>
          <a:ext cx="539496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Catalog load, Slow 3G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5,834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968 ms (83% faster)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Pages overflowing at 375px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4 of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0 of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Nav overflow at 375px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552px into 343px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No overflow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10515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Every fix was re-verified by the same instrumented measurement that found it — not by looking again.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B4B"/>
                </a:solidFill>
              </a:rPr>
              <a:t>Slide 5 — Proof: Elastic Capacity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The Claim, Demonstrated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10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Slide 1 promised capacity that follows demand. This is that behavior, captured live — a third instance joining and leaving a running pool with no restart and no configuration change.</a:t>
            </a:r>
          </a:p>
        </p:txBody>
      </p:sp>
      <p:pic>
        <p:nvPicPr>
          <p:cNvPr id="6" name="Picture 5" descr="13-load-balanc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61350"/>
            <a:ext cx="3847927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7887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What the Log Shows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5000053"/>
          <a:ext cx="53949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Event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Behavior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Steady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2 backends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Requests alternate 5001 / 5002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Scale 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Instance started on :5003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Detected in one 5s interval, joins rotation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Scale 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:5003 killed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Evicted; traffic returns to 2 backends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Total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All backends 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HTTP 503 — degrades, does not crash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1064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Verification at Four Levels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427607"/>
          <a:ext cx="53949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1798320"/>
                <a:gridCol w="179832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Level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1B4B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Unit / 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pytest, in-memory SQLite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131 passing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Cross-browser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Real purchase flow: Chromium, Firefox, WebKit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99/99 passing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Responsive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scrollWidth measured, 12 pages × 3 widths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Zero overflow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Infrastructure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Scale up, scale down, total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B4B"/>
                          </a:solidFill>
                        </a:defRPr>
                      </a:pPr>
                      <a:r>
                        <a:t>All scenarios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279920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46E5"/>
                </a:solidFill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08381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A small seller's storefront survives its best day — capacity joins in seconds, failure is absorbed rather than propagated, and every claim here is backed by a test that can be re-run.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3541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E1B4B"/>
                </a:solidFill>
              </a:rPr>
              <a:t>Repository: https://github.com/tlycode/tanner-young-cloud-project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Flask E-Commerce — Cloud Computing (UCBX)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8890A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